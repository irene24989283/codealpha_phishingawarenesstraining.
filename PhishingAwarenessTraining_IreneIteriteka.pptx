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840480" cy="502920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STAY ALERT.
STAY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A500"/>
                </a:solidFill>
              </a:rPr>
              <a:t>AWARENESS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200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F1"/>
                </a:solidFill>
              </a:rPr>
              <a:t>CodeAlpha Cybersecurity Internship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749039"/>
            <a:ext cx="694944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Learn to recognize, avoid, and report phishing attacks.
Protect yourself and your organization.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F1"/>
                </a:solidFill>
              </a:rPr>
              <a:t>Irene Iteriteka  ·  Task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Understanding the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0116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📧 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Phishing is a cyberattack where criminals disguise themselves as trusted sources to steal sensitive information like passwords, credit card numbers, or login credentials.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⚙️ 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Attackers send fake emails, texts, or create fraudulent websites that look legitimate, tricking victims into handing over personal data voluntarily.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3200400" cy="16459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3.4 Billion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phishing emails sent daily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657600"/>
            <a:ext cx="3200400" cy="1645920"/>
          </a:xfrm>
          <a:prstGeom prst="rect">
            <a:avLst/>
          </a:prstGeom>
          <a:solidFill>
            <a:srgbClr val="7B3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7490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of data breaches start with phishing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657600"/>
            <a:ext cx="3474720" cy="164592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74903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$17,700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lost per minute to phishing attacks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TYPES OF PHISHING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Know what attackers use against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920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Email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The most common type. Fake emails from trusted brands asking you to click a link or provide info.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3566160" cy="1920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Spear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Targeted attacks using your personal details to appear more convincing and legitimate.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566160" cy="1920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Smishing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965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Phishing via SMS text messages — fake delivery alerts, bank warnings, or prize notifications.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3566160" cy="1920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57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Vishing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Voice phishing — attackers call pretending to be banks, tech support, or government agencies.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566160"/>
            <a:ext cx="3566160" cy="1920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657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03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Whaling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60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Attacks targeting executives and high-value individuals — the 'big fish' in an organization.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566160"/>
            <a:ext cx="3566160" cy="19202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657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703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Clone Phishing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160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A real email is copied and re-sent with a malicious link replacing a legitimate attachment.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RECOGNIZE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Red flags to watch out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📧  SUSPICIOUS EMAIL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</a:rPr>
              <a:t>From: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1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security-noreply@paypa1.com  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</a:rPr>
              <a:t>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3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you@email.com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5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</a:rPr>
              <a:t>Subject: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2315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URGENT: Your account will be suspended!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7179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Dear Valued Customer,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461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204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Your account has been COMPROMISED. Click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947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the link below IMMEDIATELY or lose access: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39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➡  http://paypa1-secure-login.xyz/verify 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177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2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— The PayPal Security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4D"/>
                </a:solidFill>
              </a:rPr>
              <a:t>🚩  RED FLAGS TO SPOT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9842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Urgent or threatening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95728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4414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4597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Misspelled sender domain (paypa1 vs paypal)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71216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169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9352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Suspicious or unusual links — hover before clicking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46704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3924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4107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Generic greeting like 'Dear Customer'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22191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86791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886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Requests for personal info via 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297679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4339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3616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Poor grammar and spelling errors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773167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81888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83717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Unexpected attachments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248655"/>
            <a:ext cx="5303520" cy="411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29437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⚠️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31266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Too-good-to-be-true offers or prizes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BEST PRACTICES &amp;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How to protect yourself from phishing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DO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394960" cy="457200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✅  Verify the sender's email address carefully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3288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✅  Hover over links before clicking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✅  Use multi-factor authentication (MFA)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962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✅  Keep software and antivirus up to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0799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✅  Report suspicious emails to IT/security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✅  When in doubt — call the company directly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94960" cy="4114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35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DON'T DO THIS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5394960" cy="457200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❌  Click links in unexpected emails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3288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❌  Download attachments from unknown senders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9125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❌  Share passwords or PINs via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962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❌  Use public Wi-Fi for sensitive logins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0799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❌  Ignore security warnings from your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663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❌  Reuse the same password across accounts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0"/>
                </a:solidFill>
              </a:rPr>
              <a:t>Test your phishing awareness — what would YOU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4630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90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You receive an email from 'support@amaz0n.com' asking you to
verify your account by clicking a link. What do you 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✅  Do NOT click. The domain 'amaz0n' is fake. Go directly to amazon.com instead.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44952"/>
            <a:ext cx="11430000" cy="14630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36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1810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pop-up on a website says your computer is infected and asks
you to call a phone number immediately. What is this?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✅  Vishing / Tech Support Scam. Close the tab. Do not call the number.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72584"/>
            <a:ext cx="11430000" cy="14630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640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4573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You get a text saying you've won a prize and need to click a link
to claim it. What should you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2239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✅  Ignore and delete it. This is Smishing. Legitimate prizes don't work this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STAY SAFE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F1"/>
                </a:solidFill>
              </a:rPr>
              <a:t>Your awareness is your strongest defense against phishing.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3200400" cy="20116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Always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4164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Check sender addresses and hover over links before clicking.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926080"/>
            <a:ext cx="3200400" cy="20116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611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Stay Skeptical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404164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If it feels urgent or too good to be true — it probably 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8975" y="2926080"/>
            <a:ext cx="3200400" cy="20116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5" y="3611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Always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5" y="404164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Report phishing attempts to protect yourself and your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F1"/>
                </a:solidFill>
              </a:rPr>
              <a:t>CodeAlpha Cybersecurity Internship  ·  Task 2 — Phishing Awareness Training  ·  Irene Iteriteka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